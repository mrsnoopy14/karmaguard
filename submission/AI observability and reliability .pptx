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20247-F0A5-3BAD-AA7A-594F28FF6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4A168-120A-A097-BC4A-741683B9E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C29A0-EFCB-3540-C8BD-457B4EEDF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75336-2B35-7D14-3298-ED424B2C3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51414-7984-51EF-6508-0E87CFB4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29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4520-9986-CD70-6404-42274F93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9D589-1204-7680-E4B4-580B8B8D8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3666-939A-2E3C-A12B-C10DB091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2813F-08CF-2BCE-0FC9-4184A6B85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0E3BA-83ED-B37C-9103-843728E0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44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D2D6B-2394-53A4-F257-CCD2889BB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071AF-A788-91B9-BA4E-DB1F42891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26C5-CCBB-5B7A-24FB-AC97DE86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516ED-2DB9-DB1B-D5BE-015346A5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38C6A-3A5D-9152-0FB1-8EA21B83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5E585-EC48-51AA-3271-B77CF1A3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C3045-13E7-812E-F6F4-150C24A81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0AF82-8C27-109B-96FB-DB8BB0975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B1DBF-B685-B744-600A-9CA553F0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345E8-CCE7-043E-59CA-D296C201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FA44A-E994-AF7D-B581-BA72255F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58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5C15-DCC6-FE1B-9558-1BB023A8C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2249F-3F68-DFC0-A8CE-BB6B20DC2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E0AB63-EC8F-E8E8-A8C7-22F8896E0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0E366-D9A1-88D7-159B-B5CC32B77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3CC5CD-1D87-220F-957A-6C9EEE4E9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550DCF-0CC0-BBEA-AB3D-C3D533A5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F1E15-1992-7454-6C56-13F1A899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5F10A2-2F75-45F6-91C1-F2FB5018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65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C977-FD69-B2CD-162E-DAFDF96E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05E75-7CF9-0DAC-E05F-C8683ACC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932D4-9D65-7AEB-A864-151A362B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0F5AFF-E28C-F98B-784B-F0C03812F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3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6AE45B-8D19-D476-1B09-68234D2E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A91153-9F82-1346-6780-E8B167BE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83F46-C2C6-3058-9464-F00C2789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57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1169-CABD-0CA6-F47B-B95278BD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F67F7-5291-64B2-4308-8758EC0F3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59825-E892-4E47-C038-125606B14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9DD4C-2E15-E073-8DD6-0F2D5452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D3F3B-4788-9273-FD41-53F4D8AFE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87744-67A5-7EC4-C08C-08F9BB92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25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41AE-DE40-7252-BD87-6063860A6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7C0AE-1C20-4D0C-910C-05BF37946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5207D-6D50-41E2-6290-C4755B4A2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C3CD7-7CB1-3865-2057-90F7025C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D7E67-A4FB-DA17-9921-42749BD1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A72A2-CEA0-C9E5-2C64-91E5BAF6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50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DAAD9-D1B2-4C91-3DF1-D919FBC4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8A4ED-E949-01E8-C886-C4E6D07F9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30D59-6A65-0BC5-BDC2-129E0708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34A79-79B9-7101-292F-62C65AA91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04A96-3B72-5656-2CC5-6A540F54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57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C0D74-B7E5-17D7-396B-306962C77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644C2-266A-3328-7EB6-1408052F2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E9E67-FDC2-F410-3041-EB0B9EC71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58880-D2E3-A91C-D235-78D9085D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96DF0-DBB2-6C27-923A-F42468B6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51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AE439A-CD3E-74BD-C219-8E45ED7F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8617A-E980-D837-5AD4-EF2ECFF2D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F8363-3CCE-ED59-CF78-52E61F611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4489C-2098-48CF-A7CE-1CF353AD52D1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8742-9046-57C4-213B-F3233E3BA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AE828-9C07-7C67-234B-977998347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CC17D-C580-47C9-869B-F01E63F63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22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9BA2DE-398A-AA1C-918C-8BF1526E7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178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CBD25A-AEC9-53FC-FB6B-9166C2C75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7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B918B-2796-64A7-A1EC-E5BAF9963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6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A7511B-4E5C-750D-C484-D97B26F69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12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68F2A8-EE52-B683-1B15-9E1E6CC46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95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242B56-6DBB-73DA-8947-8D5DA768E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5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C64489-AD31-DB59-9DB9-CCC426356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6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P24707007-GOURAV PATI</dc:creator>
  <cp:lastModifiedBy>P24707007-GOURAV PATI</cp:lastModifiedBy>
  <cp:revision>2</cp:revision>
  <dcterms:created xsi:type="dcterms:W3CDTF">2026-09-19T06:36:07Z</dcterms:created>
  <dcterms:modified xsi:type="dcterms:W3CDTF">2026-09-19T08:07:07Z</dcterms:modified>
</cp:coreProperties>
</file>